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9CC7E-DEFC-4694-8357-5DC1423E4E5C}" v="3" dt="2026-10-23T14:03:01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tatray Jadhav" userId="9eaba8f7b1766e77" providerId="LiveId" clId="{A74E4FBC-7DD9-48A1-89D9-62F4142C3870}"/>
    <pc:docChg chg="undo custSel modSld">
      <pc:chgData name="Dattatray Jadhav" userId="9eaba8f7b1766e77" providerId="LiveId" clId="{A74E4FBC-7DD9-48A1-89D9-62F4142C3870}" dt="2026-10-23T14:03:01.843" v="4"/>
      <pc:docMkLst>
        <pc:docMk/>
      </pc:docMkLst>
      <pc:sldChg chg="modSp mod">
        <pc:chgData name="Dattatray Jadhav" userId="9eaba8f7b1766e77" providerId="LiveId" clId="{A74E4FBC-7DD9-48A1-89D9-62F4142C3870}" dt="2026-10-23T14:03:01.843" v="4"/>
        <pc:sldMkLst>
          <pc:docMk/>
          <pc:sldMk cId="0" sldId="256"/>
        </pc:sldMkLst>
        <pc:spChg chg="mod">
          <ac:chgData name="Dattatray Jadhav" userId="9eaba8f7b1766e77" providerId="LiveId" clId="{A74E4FBC-7DD9-48A1-89D9-62F4142C3870}" dt="2026-10-23T14:03:01.843" v="4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solidFill>
            <a:srgbClr val="273045"/>
          </a:solidFill>
          <a:ln>
            <a:solidFill>
              <a:srgbClr val="27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58200" y="0"/>
            <a:ext cx="109728" cy="6858000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512064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3600" b="1" dirty="0">
                <a:solidFill>
                  <a:srgbClr val="DE1848"/>
                </a:solidFill>
                <a:latin typeface="Aptos"/>
              </a:rPr>
              <a:t>FINANCIAL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722376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3400" b="1" dirty="0">
                <a:solidFill>
                  <a:srgbClr val="F7F8FB"/>
                </a:solidFill>
                <a:latin typeface="Aptos"/>
              </a:rPr>
              <a:t>Sales Analysis</a:t>
            </a:r>
            <a:r>
              <a:rPr lang="en-US" sz="3400" b="1" dirty="0">
                <a:solidFill>
                  <a:srgbClr val="F7F8FB"/>
                </a:solidFill>
                <a:latin typeface="Aptos"/>
              </a:rPr>
              <a:t> </a:t>
            </a:r>
            <a:r>
              <a:rPr sz="3400" b="1" dirty="0">
                <a:solidFill>
                  <a:srgbClr val="F7F8FB"/>
                </a:solidFill>
                <a:latin typeface="Aptos"/>
              </a:rPr>
              <a:t>Using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48028"/>
            <a:ext cx="672084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B9C0CF"/>
                </a:solidFill>
                <a:latin typeface="Aptos"/>
              </a:rPr>
              <a:t>Exploring financial performance across products, countries, segments and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089825"/>
            <a:ext cx="68580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Tools: </a:t>
            </a:r>
            <a:r>
              <a:rPr lang="en-IN" sz="2000" dirty="0">
                <a:solidFill>
                  <a:srgbClr val="F7F8FB"/>
                </a:solidFill>
                <a:latin typeface="Aptos"/>
              </a:rPr>
              <a:t>• </a:t>
            </a:r>
            <a:r>
              <a:rPr sz="2000" b="0" dirty="0">
                <a:solidFill>
                  <a:srgbClr val="F7F8FB"/>
                </a:solidFill>
                <a:latin typeface="Aptos"/>
              </a:rPr>
              <a:t>Microsoft Excel  •  PivotTables  •  Charts  •  Slicers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06440"/>
            <a:ext cx="56692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 dirty="0">
                <a:solidFill>
                  <a:srgbClr val="B9C0CF"/>
                </a:solidFill>
                <a:latin typeface="Aptos"/>
              </a:rPr>
              <a:t>Prepared by: Priyanka </a:t>
            </a:r>
            <a:r>
              <a:rPr sz="1600" b="0" dirty="0" err="1">
                <a:solidFill>
                  <a:srgbClr val="B9C0CF"/>
                </a:solidFill>
                <a:latin typeface="Aptos"/>
              </a:rPr>
              <a:t>Asalekar</a:t>
            </a:r>
            <a:endParaRPr sz="1600" b="0" dirty="0">
              <a:solidFill>
                <a:srgbClr val="B9C0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79408" y="91440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17152" y="1141423"/>
            <a:ext cx="10972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140048"/>
            <a:ext cx="914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1856232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217152" y="2083257"/>
            <a:ext cx="10972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062216"/>
            <a:ext cx="914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2798064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2995592"/>
            <a:ext cx="10972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TREND</a:t>
            </a:r>
            <a:r>
              <a:rPr dirty="0"/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3004048"/>
            <a:ext cx="914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5184648"/>
            <a:ext cx="201168" cy="530352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91472" y="4846320"/>
            <a:ext cx="201168" cy="868680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84663" y="5056632"/>
            <a:ext cx="201168" cy="658368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77855" y="4480560"/>
            <a:ext cx="201168" cy="1234440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71048" y="4690872"/>
            <a:ext cx="201168" cy="1024128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64240" y="4233672"/>
            <a:ext cx="201168" cy="148132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79408" y="3693486"/>
            <a:ext cx="265176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1" dirty="0">
                <a:solidFill>
                  <a:srgbClr val="F7F8FB"/>
                </a:solidFill>
                <a:latin typeface="Aptos"/>
              </a:rPr>
              <a:t>FINANCIAL PERFORMANCE • EXCEL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624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An Excel-based analysis of financial sales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FINANCIAL SALES ANALYSIS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28700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900" b="1">
                <a:solidFill>
                  <a:srgbClr val="F5F7FC"/>
                </a:solidFill>
                <a:latin typeface="Aptos"/>
              </a:defRPr>
            </a:pPr>
            <a:r>
              <a:rPr sz="2400" dirty="0"/>
              <a:t>This project explores 700 financial transaction records across 16 fields using Microsoft Excel to analyze sales, profit, discounts and cost of goods sold across products, countries, segments and time periods.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74921"/>
            <a:ext cx="1028700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600">
                <a:solidFill>
                  <a:srgbClr val="C3CADA"/>
                </a:solidFill>
                <a:latin typeface="Aptos"/>
              </a:defRPr>
            </a:pPr>
            <a:r>
              <a:rPr sz="2000" dirty="0"/>
              <a:t>PivotTable summaries compare profit by product and segment, sales by country and year, and product-level sales, discounts and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2628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718304"/>
            <a:ext cx="18288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DE1848"/>
                </a:solidFill>
                <a:latin typeface="Aptos"/>
              </a:rPr>
              <a:t>PROJECT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74920"/>
            <a:ext cx="3977639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</a:t>
            </a:r>
            <a:r>
              <a:rPr dirty="0">
                <a:solidFill>
                  <a:schemeClr val="bg1"/>
                </a:solidFill>
              </a:rPr>
              <a:t>Financial</a:t>
            </a:r>
            <a:r>
              <a:rPr lang="en-US" dirty="0">
                <a:solidFill>
                  <a:schemeClr val="bg1"/>
                </a:solidFill>
              </a:rPr>
              <a:t> Sample</a:t>
            </a:r>
            <a:r>
              <a:rPr dirty="0">
                <a:solidFill>
                  <a:schemeClr val="bg1"/>
                </a:solidFill>
              </a:rPr>
              <a:t>.xlsx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526280"/>
            <a:ext cx="4572000" cy="1097280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718304"/>
            <a:ext cx="18288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DE1848"/>
                </a:solidFill>
                <a:latin typeface="Aptos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074920"/>
            <a:ext cx="3977639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Financial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Sample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Dataset.xlsx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8128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Use spreadsheet summaries to review financial performance and compare business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FINANCIAL SALES ANALYSIS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50224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03024"/>
            <a:ext cx="4114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91921"/>
            <a:ext cx="950976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F7F8FB"/>
                </a:solidFill>
                <a:latin typeface="Aptos"/>
              </a:rPr>
              <a:t>Analyze sales, profit, discounts and COGS in the financial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0720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89504"/>
            <a:ext cx="4114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78400"/>
            <a:ext cx="950976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F7F8FB"/>
                </a:solidFill>
                <a:latin typeface="Aptos"/>
              </a:rPr>
              <a:t>Compare profit across products and customer segments.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31336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680" y="3913632"/>
            <a:ext cx="4114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23872"/>
            <a:ext cx="95097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F7F8FB"/>
                </a:solidFill>
                <a:latin typeface="Aptos"/>
              </a:rPr>
              <a:t>Compare sales across countries and years to identify differences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55464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4114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67664"/>
            <a:ext cx="95097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F7F8FB"/>
                </a:solidFill>
                <a:latin typeface="Aptos"/>
              </a:rPr>
              <a:t>Summarize sales, discounts and profit by product to support business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Tools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The workbook uses structured transaction data and PivotTable summaries</a:t>
            </a:r>
            <a:r>
              <a:rPr sz="1400" b="0" dirty="0">
                <a:solidFill>
                  <a:srgbClr val="B9C0CF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FINANCIAL SALES ANALYSIS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3840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1" dirty="0">
                <a:solidFill>
                  <a:srgbClr val="DE1848"/>
                </a:solidFill>
                <a:latin typeface="Aptos"/>
              </a:rPr>
              <a:t>TOOLS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• Microsoft Excel — data review and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15840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• PivotTables — summarize data by product, country, segment and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1472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• Excel formulas / numeric fields — sales, profit, discounts and COGS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66096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• Charts and dashboard sheet — intended for visual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28800"/>
            <a:ext cx="27432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1" dirty="0">
                <a:solidFill>
                  <a:srgbClr val="DE1848"/>
                </a:solidFill>
                <a:latin typeface="Aptos"/>
              </a:rPr>
              <a:t>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307040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50992" y="2340864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18248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Open the Financial Sample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992" y="2958328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2992152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30208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Review fields and financial measures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550624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5650992" y="3584448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463512"/>
            <a:ext cx="480060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Use PivotTables to group and summarize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4192079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0992" y="4206240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114800"/>
            <a:ext cx="480060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Compare profit, sales and discounts across dimensions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50992" y="4813872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50992" y="4847696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805416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Review results and present key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 dirty="0">
                <a:solidFill>
                  <a:srgbClr val="F7F8FB"/>
                </a:solidFill>
                <a:latin typeface="Aptos"/>
              </a:rPr>
              <a:t>Project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FINANCIAL SALES ANALYSIS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317522"/>
            <a:ext cx="10378440" cy="5019270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209334-4FC8-1F40-EB19-CDA197E7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25296"/>
            <a:ext cx="10378440" cy="5111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807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3CADA"/>
                </a:solidFill>
                <a:latin typeface="Aptos"/>
              </a:defRPr>
            </a:pPr>
            <a:r>
              <a:t>Interactive slicers: Segment • Country • Product • Month •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84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B9C0CF"/>
                </a:solidFill>
                <a:latin typeface="Aptos"/>
              </a:rPr>
              <a:t>Summary of the analysis and Excel skills demonstrated.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FINANCIAL SALES ANALYSIS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024128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600">
                <a:solidFill>
                  <a:srgbClr val="C3CADA"/>
                </a:solidFill>
                <a:latin typeface="Aptos"/>
              </a:defRPr>
            </a:pPr>
            <a:r>
              <a:rPr sz="2000" dirty="0"/>
              <a:t>The Excel dashboard summarizes sales and profitability across products, countries, segments and years, turning transaction data into business comparisons.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38404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dirty="0">
                <a:solidFill>
                  <a:schemeClr val="bg1"/>
                </a:solidFill>
              </a:rPr>
              <a:t>KEY FINDINGS &amp; EXCEL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8686800" cy="267150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sz="2000" dirty="0"/>
              <a:t>• Total sales: $118,726,350</a:t>
            </a:r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sz="2000" dirty="0"/>
              <a:t>• Total profit: $16,893,702</a:t>
            </a:r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sz="2000" dirty="0"/>
              <a:t>• Highest-profit product: Paseo ($4,797,438)</a:t>
            </a:r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sz="2000" dirty="0"/>
              <a:t>• Highest-sales country: United States of America ($25,029,830)</a:t>
            </a:r>
            <a:endParaRPr lang="en-US" sz="2000" dirty="0"/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lang="en-US" sz="2000" dirty="0"/>
              <a:t>• Best Segment: Government</a:t>
            </a:r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lang="en-US" sz="2000" dirty="0"/>
              <a:t>• Highest-sales Year:2014 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EBEFF8"/>
                </a:solidFill>
                <a:latin typeface="Aptos"/>
              </a:defRPr>
            </a:pPr>
            <a:r>
              <a:rPr sz="2000" dirty="0"/>
              <a:t>• Skills: PivotTables, Pivot Charts, slicers and trend comparisons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416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Dattatray Jadhav</cp:lastModifiedBy>
  <cp:revision>3</cp:revision>
  <dcterms:created xsi:type="dcterms:W3CDTF">2013-01-27T09:14:16Z</dcterms:created>
  <dcterms:modified xsi:type="dcterms:W3CDTF">2026-10-23T14:03:03Z</dcterms:modified>
  <cp:category/>
</cp:coreProperties>
</file>